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7"/>
  </p:notesMasterIdLst>
  <p:handoutMasterIdLst>
    <p:handoutMasterId r:id="rId18"/>
  </p:handoutMasterIdLst>
  <p:sldIdLst>
    <p:sldId id="261" r:id="rId5"/>
    <p:sldId id="273" r:id="rId6"/>
    <p:sldId id="280" r:id="rId7"/>
    <p:sldId id="314" r:id="rId8"/>
    <p:sldId id="300" r:id="rId9"/>
    <p:sldId id="315" r:id="rId10"/>
    <p:sldId id="316" r:id="rId11"/>
    <p:sldId id="317" r:id="rId12"/>
    <p:sldId id="318" r:id="rId13"/>
    <p:sldId id="320" r:id="rId14"/>
    <p:sldId id="308" r:id="rId15"/>
    <p:sldId id="31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ushik Satpute" initials="KS" lastIdx="2" clrIdx="0">
    <p:extLst>
      <p:ext uri="{19B8F6BF-5375-455C-9EA6-DF929625EA0E}">
        <p15:presenceInfo xmlns:p15="http://schemas.microsoft.com/office/powerpoint/2012/main" userId="45c1059adb70b3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4" autoAdjust="0"/>
  </p:normalViewPr>
  <p:slideViewPr>
    <p:cSldViewPr>
      <p:cViewPr varScale="1">
        <p:scale>
          <a:sx n="85" d="100"/>
          <a:sy n="85" d="100"/>
        </p:scale>
        <p:origin x="590" y="6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4/28/2025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4/28/2025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4152-4244-11D2-3197-9858C752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CC054-4DCE-DA38-8979-3DCB94EA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2A9CE-EA14-ED69-ED1D-FA1E6B778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98360-24BD-3FC2-02A9-F8A90DAEC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8825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598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CE2B-67F0-C4D9-1716-9083199A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FA363-17C0-CE96-090A-20C9CC50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B7987-451C-CC1C-0092-63502C71D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F87F8-4A3F-D792-25DA-78FDC7E27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2983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7.jpg"/><Relationship Id="rId7" Type="http://schemas.openxmlformats.org/officeDocument/2006/relationships/hyperlink" Target="https://homouniversalis.tistory.com/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hyperlink" Target="https://laptrinhcanban.com/python/nhap-mon-lap-trinh-python/gioi-thieu-python/python-la-gi/" TargetMode="External"/><Relationship Id="rId9" Type="http://schemas.openxmlformats.org/officeDocument/2006/relationships/hyperlink" Target="https://portailsig.org/content/python-leaflet-folium-ou-comment-creer-des-cartes-interactives-simplement.html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615" y="1900536"/>
            <a:ext cx="6912768" cy="2275238"/>
          </a:xfrm>
        </p:spPr>
        <p:txBody>
          <a:bodyPr/>
          <a:lstStyle/>
          <a:p>
            <a:r>
              <a:rPr lang="en-US" dirty="0"/>
              <a:t>GLOBAL disaster and monitoring system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7673" y="4293096"/>
            <a:ext cx="5276653" cy="715497"/>
          </a:xfrm>
        </p:spPr>
        <p:txBody>
          <a:bodyPr/>
          <a:lstStyle/>
          <a:p>
            <a:r>
              <a:rPr lang="en-IN" dirty="0"/>
              <a:t>Real-Time Data | Interactive Maps | Live News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29" y="1787585"/>
            <a:ext cx="10837333" cy="424732"/>
          </a:xfrm>
        </p:spPr>
        <p:txBody>
          <a:bodyPr/>
          <a:lstStyle/>
          <a:p>
            <a:r>
              <a:rPr lang="en-US" dirty="0"/>
              <a:t>Purpose: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B4F60B-4724-43D3-B360-16A388F1E77D}"/>
              </a:ext>
            </a:extLst>
          </p:cNvPr>
          <p:cNvSpPr txBox="1"/>
          <p:nvPr/>
        </p:nvSpPr>
        <p:spPr>
          <a:xfrm>
            <a:off x="263352" y="2348880"/>
            <a:ext cx="10208544" cy="281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project aims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and visualize global disasters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earthquakes, wildfires, and storms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provides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centralized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users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ongoing disasters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view their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locations on a global 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stay informed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the latest news updates.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platform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awareness, safety, and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presenting crucial disaster information in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and accessible</a:t>
            </a:r>
            <a:r>
              <a:rPr lang="en-US" altLang="en-US" sz="2000" b="1" dirty="0"/>
              <a:t> way.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50577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Features: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94012" y="1988840"/>
            <a:ext cx="4943764" cy="42561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63907" y="2420888"/>
            <a:ext cx="4752528" cy="401168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700" dirty="0"/>
              <a:t>Real-time disaster data fetching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/>
              <a:t>Interactive global mapping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/>
              <a:t>Live disaster-related news ticker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/>
              <a:t>Trend analysis through histograms </a:t>
            </a:r>
            <a:endParaRPr lang="en-US" sz="2700" dirty="0"/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4C6C3-B394-E3E3-5597-CF6A14A7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AC680E-C6BF-9565-0C5D-C9D31BB9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and Technologies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EBDFB9-AC8A-7C6E-2C15-BAFCAF8F6A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29" y="1787585"/>
            <a:ext cx="10837333" cy="424732"/>
          </a:xfrm>
        </p:spPr>
        <p:txBody>
          <a:bodyPr/>
          <a:lstStyle/>
          <a:p>
            <a:r>
              <a:rPr lang="en-US" dirty="0"/>
              <a:t>Data Sources: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6DB9E-A36D-FE28-05B5-73890141C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96E7E15F-0795-C0A8-10B5-2722A1EC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3F51C27F-5B3A-261B-AB21-1ADE57614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2375FE-4F8C-7300-7E48-532372CB9B4F}"/>
              </a:ext>
            </a:extLst>
          </p:cNvPr>
          <p:cNvSpPr txBox="1"/>
          <p:nvPr/>
        </p:nvSpPr>
        <p:spPr>
          <a:xfrm>
            <a:off x="263352" y="2348880"/>
            <a:ext cx="112355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USGS API (United States Geological Survey):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Provides </a:t>
            </a:r>
            <a:r>
              <a:rPr lang="en-IN" sz="2000" b="1" dirty="0"/>
              <a:t>real-time earthquake data</a:t>
            </a:r>
            <a:r>
              <a:rPr lang="en-IN" sz="2000" dirty="0"/>
              <a:t> from around the world.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Includes details such as </a:t>
            </a:r>
            <a:r>
              <a:rPr lang="en-IN" sz="2000" b="1" dirty="0"/>
              <a:t>location, magnitude, time</a:t>
            </a:r>
            <a:r>
              <a:rPr lang="en-IN" sz="2000" dirty="0"/>
              <a:t>, and </a:t>
            </a:r>
            <a:r>
              <a:rPr lang="en-IN" sz="2000" b="1" dirty="0"/>
              <a:t>depth</a:t>
            </a:r>
            <a:r>
              <a:rPr lang="en-IN" sz="2000" dirty="0"/>
              <a:t> of earthquakes.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Enables the system to </a:t>
            </a:r>
            <a:r>
              <a:rPr lang="en-IN" sz="2000" b="1" dirty="0"/>
              <a:t>track seismic activity globally</a:t>
            </a:r>
            <a:r>
              <a:rPr lang="en-IN" sz="2000" dirty="0"/>
              <a:t> over the past 30 days.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NASA EONET API (Earth Observatory Natural Event Tracker):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Offers </a:t>
            </a:r>
            <a:r>
              <a:rPr lang="en-IN" sz="2000" b="1" dirty="0"/>
              <a:t>event data for wildfires, storms</a:t>
            </a:r>
            <a:r>
              <a:rPr lang="en-IN" sz="2000" dirty="0"/>
              <a:t>, and other natural disasters.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Supplies </a:t>
            </a:r>
            <a:r>
              <a:rPr lang="en-IN" sz="2000" b="1" dirty="0"/>
              <a:t>geographic coordinates, event categories</a:t>
            </a:r>
            <a:r>
              <a:rPr lang="en-IN" sz="2000" dirty="0"/>
              <a:t>, and </a:t>
            </a:r>
            <a:r>
              <a:rPr lang="en-IN" sz="2000" b="1" dirty="0"/>
              <a:t>descriptive details</a:t>
            </a:r>
            <a:r>
              <a:rPr lang="en-IN" sz="2000" dirty="0"/>
              <a:t>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Supports the visualization of </a:t>
            </a:r>
            <a:r>
              <a:rPr lang="en-IN" sz="2000" b="1" dirty="0"/>
              <a:t>ongoing environmental disasters</a:t>
            </a:r>
            <a:r>
              <a:rPr lang="en-IN" sz="2000" dirty="0"/>
              <a:t> beyond earthquakes.</a:t>
            </a:r>
          </a:p>
          <a:p>
            <a:pPr lvl="1"/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NewsAPI.org:</a:t>
            </a:r>
            <a:endParaRPr lang="en-IN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Aggregates </a:t>
            </a:r>
            <a:r>
              <a:rPr lang="en-IN" sz="2000" b="1" dirty="0"/>
              <a:t>recent disaster-related news articles</a:t>
            </a:r>
            <a:r>
              <a:rPr lang="en-IN" sz="2000" dirty="0"/>
              <a:t>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Focuses on keywords like </a:t>
            </a:r>
            <a:r>
              <a:rPr lang="en-IN" sz="2000" b="1" dirty="0"/>
              <a:t>earthquake</a:t>
            </a:r>
            <a:r>
              <a:rPr lang="en-IN" sz="2000" dirty="0"/>
              <a:t>, </a:t>
            </a:r>
            <a:r>
              <a:rPr lang="en-IN" sz="2000" b="1" dirty="0"/>
              <a:t>wildfire</a:t>
            </a:r>
            <a:r>
              <a:rPr lang="en-IN" sz="2000" dirty="0"/>
              <a:t>, and </a:t>
            </a:r>
            <a:r>
              <a:rPr lang="en-IN" sz="2000" b="1" dirty="0"/>
              <a:t>storm</a:t>
            </a:r>
            <a:r>
              <a:rPr lang="en-IN" sz="2000" dirty="0"/>
              <a:t>.</a:t>
            </a:r>
          </a:p>
          <a:p>
            <a:pPr lvl="2"/>
            <a:endParaRPr lang="en-IN" sz="2000" dirty="0"/>
          </a:p>
          <a:p>
            <a:pPr marL="1257300" lvl="2" indent="-342900">
              <a:buFont typeface="Courier New" panose="02070309020205020404" pitchFamily="49" charset="0"/>
              <a:buChar char="o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555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Core programming language for data handling, API integration, and application logic.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BE63BA8-EAF4-4B88-8D23-BEF6AA60CC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Python:</a:t>
            </a:r>
          </a:p>
        </p:txBody>
      </p:sp>
      <p:pic>
        <p:nvPicPr>
          <p:cNvPr id="85" name="Picture Placeholder 84">
            <a:extLst>
              <a:ext uri="{FF2B5EF4-FFF2-40B4-BE49-F238E27FC236}">
                <a16:creationId xmlns:a16="http://schemas.microsoft.com/office/drawing/2014/main" id="{F738FFEE-D221-419F-9925-DFE3C2A8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355" r="22355"/>
          <a:stretch/>
        </p:blipFill>
        <p:spPr>
          <a:xfrm>
            <a:off x="5756426" y="1935993"/>
            <a:ext cx="1094116" cy="1113108"/>
          </a:xfr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F8BDB9A-6E49-4052-924A-83FDD2B0A487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en-IN" dirty="0"/>
              <a:t>Framework for building the web-based, real-time dashboard.</a:t>
            </a:r>
          </a:p>
          <a:p>
            <a:r>
              <a:rPr lang="en-IN" dirty="0"/>
              <a:t>Allows rapid deployment of interactive user interfaces with minimal code.</a:t>
            </a:r>
            <a:r>
              <a:rPr lang="en-US" dirty="0"/>
              <a:t> 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818BA8-E954-4497-B8B9-B67D92F603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Streamlit:</a:t>
            </a:r>
          </a:p>
        </p:txBody>
      </p:sp>
      <p:pic>
        <p:nvPicPr>
          <p:cNvPr id="87" name="Picture Placeholder 86">
            <a:extLst>
              <a:ext uri="{FF2B5EF4-FFF2-40B4-BE49-F238E27FC236}">
                <a16:creationId xmlns:a16="http://schemas.microsoft.com/office/drawing/2014/main" id="{BA712089-DDBF-4741-BA71-63A6F987E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27024" r="72976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1280" r="21280"/>
          <a:stretch/>
        </p:blipFill>
        <p:spPr>
          <a:xfrm>
            <a:off x="4774508" y="3502811"/>
            <a:ext cx="1094116" cy="111310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F4F9B-7D29-4BED-87FB-3F3D1724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38AA8C13-AFD3-4C46-AEA7-67BEBF73986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IN" dirty="0"/>
              <a:t>Used for creating interactive global maps.</a:t>
            </a:r>
          </a:p>
          <a:p>
            <a:r>
              <a:rPr lang="en-IN" dirty="0"/>
              <a:t>Displays disaster locations using marker clustering for better visualization.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05FAE-96F0-43A6-B386-AAE4E62C6E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Folium:</a:t>
            </a:r>
          </a:p>
        </p:txBody>
      </p:sp>
      <p:pic>
        <p:nvPicPr>
          <p:cNvPr id="89" name="Picture Placeholder 88">
            <a:extLst>
              <a:ext uri="{FF2B5EF4-FFF2-40B4-BE49-F238E27FC236}">
                <a16:creationId xmlns:a16="http://schemas.microsoft.com/office/drawing/2014/main" id="{C8671B21-B5F4-4BFE-A90B-A16041BB7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24198" r="24198"/>
          <a:stretch/>
        </p:blipFill>
        <p:spPr>
          <a:xfrm>
            <a:off x="3680392" y="5017901"/>
            <a:ext cx="1094116" cy="1113108"/>
          </a:xfrm>
        </p:spPr>
      </p:pic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4DE3975B-F441-486B-9317-C176CC96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F01420-E00A-46BC-9AE5-EDE89E81F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3263024"/>
            <a:ext cx="438912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210877-354A-400E-B4FF-A1264FC8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4803978"/>
            <a:ext cx="320040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A3842C-F007-2A58-6390-27A78350D001}"/>
              </a:ext>
            </a:extLst>
          </p:cNvPr>
          <p:cNvSpPr txBox="1"/>
          <p:nvPr/>
        </p:nvSpPr>
        <p:spPr>
          <a:xfrm>
            <a:off x="4837703" y="4057496"/>
            <a:ext cx="100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227517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27E9-F7F9-57EB-C59C-BE31E4FA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3B6E592-0A35-1974-2514-DD473BE1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0D2C0F4-FE84-1F5E-81B9-B36B786134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Provide interactive visualizations like histograms for disaster trends analysis.</a:t>
            </a:r>
          </a:p>
          <a:p>
            <a:r>
              <a:rPr lang="en-IN" dirty="0"/>
              <a:t>Allows dynamic zooming, filtering, and tooltips for better data interpretation.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97CF816-6368-16C5-68D1-64ED2E55F7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Plotly:</a:t>
            </a:r>
          </a:p>
        </p:txBody>
      </p:sp>
      <p:pic>
        <p:nvPicPr>
          <p:cNvPr id="85" name="Picture Placeholder 84">
            <a:extLst>
              <a:ext uri="{FF2B5EF4-FFF2-40B4-BE49-F238E27FC236}">
                <a16:creationId xmlns:a16="http://schemas.microsoft.com/office/drawing/2014/main" id="{7AC568F3-28D5-DFA5-267D-07080473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8275" t="-29639" r="-28275" b="-29639"/>
          <a:stretch/>
        </p:blipFill>
        <p:spPr>
          <a:xfrm>
            <a:off x="5756426" y="1935993"/>
            <a:ext cx="1094116" cy="1113108"/>
          </a:xfr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B608B0A-9D03-F844-85AE-81EA51D84AE9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en-IN" dirty="0"/>
              <a:t>Handles data structuring, cleaning, and tabular display.</a:t>
            </a:r>
          </a:p>
          <a:p>
            <a:r>
              <a:rPr lang="en-IN" dirty="0"/>
              <a:t>Facilitates easy manipulation of earthquake, wildfire, and storm data.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FE45804-C843-9A5B-A156-1784C4F926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Pandas:</a:t>
            </a:r>
          </a:p>
        </p:txBody>
      </p:sp>
      <p:pic>
        <p:nvPicPr>
          <p:cNvPr id="87" name="Picture Placeholder 86" descr="Panda">
            <a:extLst>
              <a:ext uri="{FF2B5EF4-FFF2-40B4-BE49-F238E27FC236}">
                <a16:creationId xmlns:a16="http://schemas.microsoft.com/office/drawing/2014/main" id="{A093D749-0DA9-7E24-E3EF-BB7AEB4C4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3" r="853"/>
          <a:stretch/>
        </p:blipFill>
        <p:spPr>
          <a:xfrm>
            <a:off x="4774508" y="3502811"/>
            <a:ext cx="1094116" cy="111310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9FA06A-4C86-59A1-1DA8-99B8BF9F8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3BB28CAD-768F-B4FA-72AF-4BE5F33038F7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IN" dirty="0"/>
              <a:t>Handles HTTP requests to external APIs for fetching real-time data.</a:t>
            </a:r>
          </a:p>
          <a:p>
            <a:r>
              <a:rPr lang="en-IN" dirty="0"/>
              <a:t>Ensures reliable communication with multiple data sources.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B88DD-3AC0-B227-A636-9825DAA162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Requests:</a:t>
            </a:r>
          </a:p>
        </p:txBody>
      </p:sp>
      <p:pic>
        <p:nvPicPr>
          <p:cNvPr id="89" name="Picture Placeholder 88">
            <a:extLst>
              <a:ext uri="{FF2B5EF4-FFF2-40B4-BE49-F238E27FC236}">
                <a16:creationId xmlns:a16="http://schemas.microsoft.com/office/drawing/2014/main" id="{C325709C-0149-81CF-E944-1E91AED67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8093" t="-19179" r="-18093" b="-19179"/>
          <a:stretch/>
        </p:blipFill>
        <p:spPr>
          <a:xfrm>
            <a:off x="3680392" y="5017901"/>
            <a:ext cx="1094116" cy="1113108"/>
          </a:xfrm>
        </p:spPr>
      </p:pic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8ACF478D-96F1-F9F0-38CD-40D314F2B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CF7100-730E-6C4B-93BF-8C45D387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3263024"/>
            <a:ext cx="438912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900494-5DD7-5C0A-65C1-F50C8A8FE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4803978"/>
            <a:ext cx="320040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20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B54B3E8-8955-A2F1-9EA8-71FD140A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92" y="548680"/>
            <a:ext cx="10805160" cy="707886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E46AE-658D-7133-3B0A-ED4C004E9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B5FC39-AD0F-523F-F185-3F1CF2639AD0}"/>
              </a:ext>
            </a:extLst>
          </p:cNvPr>
          <p:cNvSpPr txBox="1"/>
          <p:nvPr/>
        </p:nvSpPr>
        <p:spPr>
          <a:xfrm>
            <a:off x="441392" y="1165622"/>
            <a:ext cx="7128792" cy="55399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[ User Accesses Streamlit App 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       ↓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[ Fetch Data from APIs 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USGS API (Earthquake Data)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NASA EONET API (Wildfire, Storm Data)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└──&gt; NewsAPI.org (Disaster-related News)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       ↓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[ Process &amp; Structure the Data 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Earthquake Details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Wildfire and Storm Events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└──&gt; Latest News Headlines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       ↓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[ Visualization and Display 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Interactive Disaster Map (Folium)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Disaster Details Table (Pandas + Streamlit)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Disaster Trend Histograms (Plotly)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└──&gt; Live News Ticker (Streamlit Sidebar)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       ↓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[ User Interaction 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├──&gt; Select Disaster Type (Earthquake, Wildfire, Storm, All)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└──&gt; Explore Map, Charts, News in Real-time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45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D74C-902E-AE3A-68E1-303F42DA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Fetching Disaster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70C08E-CBF7-1887-99FF-1A08CEBD6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11D63-03D5-B34D-BB60-C896ACF5E626}"/>
              </a:ext>
            </a:extLst>
          </p:cNvPr>
          <p:cNvSpPr txBox="1"/>
          <p:nvPr/>
        </p:nvSpPr>
        <p:spPr>
          <a:xfrm>
            <a:off x="628788" y="1845892"/>
            <a:ext cx="10939820" cy="3848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Functions Developed: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/>
              <a:t>fetch_earthquake_data()</a:t>
            </a:r>
            <a:r>
              <a:rPr lang="en-US" dirty="0"/>
              <a:t>: Fetches earthquake details (magnitude, location, time) from </a:t>
            </a:r>
            <a:r>
              <a:rPr lang="en-US" b="1" dirty="0"/>
              <a:t>USGS API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/>
              <a:t>fetch_eonet_disasters()</a:t>
            </a:r>
            <a:r>
              <a:rPr lang="en-US" dirty="0"/>
              <a:t>: Retrieves disaster event data (title, location, date) for wildfires and storms from NASA EONET API.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 err="1"/>
              <a:t>fetch_disaster_news</a:t>
            </a:r>
            <a:r>
              <a:rPr lang="en-US" b="1" dirty="0"/>
              <a:t>()</a:t>
            </a:r>
            <a:r>
              <a:rPr lang="en-US" dirty="0"/>
              <a:t>: Collects latest disaster-related news (title, link) from </a:t>
            </a:r>
            <a:r>
              <a:rPr lang="en-US" b="1" dirty="0"/>
              <a:t>NewsAPI.org</a:t>
            </a:r>
            <a:r>
              <a:rPr lang="en-US" dirty="0"/>
              <a:t>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/>
              <a:t>Key Data Retrieved: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/>
              <a:t>Earthquakes</a:t>
            </a:r>
            <a:r>
              <a:rPr lang="en-US" dirty="0"/>
              <a:t>: Magnitude, location, time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/>
              <a:t>Wildfires/Storms</a:t>
            </a:r>
            <a:r>
              <a:rPr lang="en-US" dirty="0"/>
              <a:t>: Event title, location, date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/>
              <a:t>News</a:t>
            </a:r>
            <a:r>
              <a:rPr lang="en-US" dirty="0"/>
              <a:t>: Headlines and URLs for real-time disaster news</a:t>
            </a:r>
          </a:p>
        </p:txBody>
      </p:sp>
    </p:spTree>
    <p:extLst>
      <p:ext uri="{BB962C8B-B14F-4D97-AF65-F5344CB8AC3E}">
        <p14:creationId xmlns:p14="http://schemas.microsoft.com/office/powerpoint/2010/main" val="270620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40B28D-EEA3-3519-37CE-3A524D6D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53" y="692696"/>
            <a:ext cx="10805160" cy="707886"/>
          </a:xfrm>
        </p:spPr>
        <p:txBody>
          <a:bodyPr/>
          <a:lstStyle/>
          <a:p>
            <a:r>
              <a:rPr lang="en-US" dirty="0"/>
              <a:t>Interactive Map Visualization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3D4FD6-95FD-23F3-992B-9995221DC2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2453" y="1556792"/>
            <a:ext cx="10837333" cy="41344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u="sng" dirty="0"/>
              <a:t>Global Disaster Locations: </a:t>
            </a:r>
            <a:r>
              <a:rPr lang="en-US" dirty="0"/>
              <a:t>Displays disaster events like earthquakes, wildfires, and storms on an interactive map.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u="sng" dirty="0"/>
              <a:t>Earthquake Markers (Red): </a:t>
            </a:r>
            <a:r>
              <a:rPr lang="en-US" dirty="0"/>
              <a:t>Earthquake locations are marked with red icons for easy identification.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u="sng" dirty="0"/>
              <a:t>Wildfire/Storm Markers (Blue): </a:t>
            </a:r>
            <a:r>
              <a:rPr lang="en-US" dirty="0"/>
              <a:t>Wildfire and storm events are marked with blue icons for differentiation.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u="sng" dirty="0"/>
              <a:t>Disaster Type Filter:</a:t>
            </a:r>
            <a:r>
              <a:rPr lang="en-US" dirty="0"/>
              <a:t> The sidebar filter allows users to select specific disaster types (e.g., Earthquake, Wildfire, Storm) for customized map views.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u="sng" dirty="0"/>
              <a:t>Marker Clustering: </a:t>
            </a:r>
            <a:r>
              <a:rPr lang="en-US" dirty="0"/>
              <a:t>Clusters multiple markers in densely affected areas to prevent overcrowding and improve map readability.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43B8B-1C4B-3697-2F8D-86BD19014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5137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C640-B3C2-AB0A-721E-96304C53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D00DC-FBA0-80BE-EA19-A5B5470CC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D04BFD-9653-57B9-8E76-742C041D0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48" y="397564"/>
            <a:ext cx="10632504" cy="588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24509E-BB74-42FE-A9A8-F01572CD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Disaster Table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6BA4CE-8BD2-419E-A270-15A0EFE01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C0F25050-A2F4-4F04-ACDB-1E6965034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73383-53EA-DBDB-700B-29D722D202A6}"/>
              </a:ext>
            </a:extLst>
          </p:cNvPr>
          <p:cNvSpPr txBox="1"/>
          <p:nvPr/>
        </p:nvSpPr>
        <p:spPr>
          <a:xfrm>
            <a:off x="628788" y="1854857"/>
            <a:ext cx="850848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Table Displays: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Disaster Type</a:t>
            </a:r>
            <a:r>
              <a:rPr lang="en-IN" dirty="0"/>
              <a:t>: Type of the disaster (Earthquake, Wildfire, Storm).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Location</a:t>
            </a:r>
            <a:r>
              <a:rPr lang="en-IN" dirty="0"/>
              <a:t>: Geographic coordinates or place of the event.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Magnitude/Title</a:t>
            </a:r>
            <a:r>
              <a:rPr lang="en-IN" dirty="0"/>
              <a:t>: Magnitude for earthquakes, title for wildfires/storms.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Date &amp; Time</a:t>
            </a:r>
            <a:r>
              <a:rPr lang="en-IN" dirty="0"/>
              <a:t>: Exact occurrence time of the disaster.</a:t>
            </a:r>
          </a:p>
          <a:p>
            <a:endParaRPr lang="en-IN" dirty="0"/>
          </a:p>
          <a:p>
            <a:pPr>
              <a:buNone/>
            </a:pPr>
            <a:r>
              <a:rPr lang="en-IN" sz="2000" b="1" dirty="0"/>
              <a:t>Technology</a:t>
            </a:r>
            <a:r>
              <a:rPr lang="en-IN" sz="2000" dirty="0"/>
              <a:t>:</a:t>
            </a:r>
            <a:r>
              <a:rPr lang="en-IN" dirty="0"/>
              <a:t> Utilizes </a:t>
            </a:r>
            <a:r>
              <a:rPr lang="en-IN" b="1" dirty="0"/>
              <a:t>Streamlit's dataframe</a:t>
            </a:r>
            <a:r>
              <a:rPr lang="en-IN" dirty="0"/>
              <a:t> component for a clean, interactive display.</a:t>
            </a:r>
          </a:p>
          <a:p>
            <a:pPr>
              <a:buNone/>
            </a:pPr>
            <a:endParaRPr lang="en-IN" dirty="0"/>
          </a:p>
          <a:p>
            <a:r>
              <a:rPr lang="en-IN" sz="2000" b="1" dirty="0"/>
              <a:t>Benefit</a:t>
            </a:r>
            <a:r>
              <a:rPr lang="en-IN" sz="2000" dirty="0"/>
              <a:t>:</a:t>
            </a:r>
            <a:r>
              <a:rPr lang="en-IN" dirty="0"/>
              <a:t> Provides a </a:t>
            </a:r>
            <a:r>
              <a:rPr lang="en-IN" b="1" dirty="0"/>
              <a:t>quick overview</a:t>
            </a:r>
            <a:r>
              <a:rPr lang="en-IN" dirty="0"/>
              <a:t> of active disaster events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826A-7C46-FAC1-B3D8-886BCA68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58A3F-D565-116A-46E8-C1B242DF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CEFEE7-F978-09A1-0D4A-8D8CB72A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9748" y="921277"/>
            <a:ext cx="10632504" cy="483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98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64</TotalTime>
  <Words>815</Words>
  <Application>Microsoft Office PowerPoint</Application>
  <PresentationFormat>Widescreen</PresentationFormat>
  <Paragraphs>113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Tw Cen MT</vt:lpstr>
      <vt:lpstr>Tw Cen MT Condensed</vt:lpstr>
      <vt:lpstr>Wingdings 3</vt:lpstr>
      <vt:lpstr>ModernClassicBlock-3</vt:lpstr>
      <vt:lpstr>GLOBAL disaster and monitoring system </vt:lpstr>
      <vt:lpstr>Project Overview</vt:lpstr>
      <vt:lpstr>Key Features:</vt:lpstr>
      <vt:lpstr>Data Sources and Technologies</vt:lpstr>
      <vt:lpstr>Technologies Used</vt:lpstr>
      <vt:lpstr>Technologies Used</vt:lpstr>
      <vt:lpstr>System Architecture </vt:lpstr>
      <vt:lpstr>Fetching Disaster Data</vt:lpstr>
      <vt:lpstr>Interactive Map Visualization</vt:lpstr>
      <vt:lpstr>PowerPoint Presentation</vt:lpstr>
      <vt:lpstr>Real-time Disaster Table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 Satpute</dc:creator>
  <cp:lastModifiedBy>Kaushik Satpute</cp:lastModifiedBy>
  <cp:revision>1</cp:revision>
  <dcterms:created xsi:type="dcterms:W3CDTF">2025-04-28T01:48:11Z</dcterms:created>
  <dcterms:modified xsi:type="dcterms:W3CDTF">2025-04-28T02:52:19Z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